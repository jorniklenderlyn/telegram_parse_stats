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DE848E9-B4B2-4BE4-8A17-891C8D82C6D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2F0BC7-35C1-4316-BDF8-21A89A54DB5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04E57E-C070-473A-8F68-53952D3808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27F788-B0EB-4E13-8DD1-1180475E716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CDE04B-1FF2-453F-A70F-C24C3DBE69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EF67B8-4B2A-465A-9675-9E51849273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946E26-D1AE-4C0D-A50D-D465CA2A77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886F19-5914-4526-A17A-230AA447AA1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5FF1E3-88FC-4D12-A9AF-7B6726AC223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B1B31A-6716-4EF2-86B6-99A44CFC5D9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44DEC0-BA40-4C29-8E7C-A057967A39C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71BCE-F2AA-4A1D-9CA3-2640F53D04E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945000" y="1790640"/>
            <a:ext cx="7253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5400"/>
              </a:lnSpc>
              <a:tabLst>
                <a:tab algn="l" pos="0"/>
              </a:tabLst>
            </a:pPr>
            <a:r>
              <a:rPr b="1" lang="en-US" sz="4500" spc="-1" strike="noStrike">
                <a:solidFill>
                  <a:srgbClr val="38bdf8"/>
                </a:solidFill>
                <a:latin typeface="Arial"/>
                <a:ea typeface="Arial"/>
              </a:rPr>
              <a:t>Анализ Данных Telegram</a:t>
            </a:r>
            <a:endParaRPr b="0" lang="en-US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023840" y="2629080"/>
            <a:ext cx="70959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621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cbd5e1"/>
                </a:solidFill>
                <a:latin typeface="Arial"/>
                <a:ea typeface="Arial"/>
              </a:rPr>
              <a:t>Комплексная система извлечения и классификации информации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814760" y="3200400"/>
            <a:ext cx="55141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944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4a3b8"/>
                </a:solidFill>
                <a:latin typeface="Arial"/>
                <a:ea typeface="Arial"/>
              </a:rPr>
              <a:t>Кайков Д. А. БИВТ-23-9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🏗️ </a:t>
            </a: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Архитектура Решения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914400" y="1325880"/>
            <a:ext cx="7619760" cy="19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38bdf8"/>
                </a:solidFill>
                <a:latin typeface="Arial"/>
                <a:ea typeface="Arial"/>
              </a:rPr>
              <a:t>Сбор данных: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Telethon API для асинхронного парсинга Telegram групп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38bdf8"/>
                </a:solidFill>
                <a:latin typeface="Arial"/>
                <a:ea typeface="Arial"/>
              </a:rPr>
              <a:t>Обработка: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spaCy, pymorphy3, NLTK для лемматизации и NLP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38bdf8"/>
                </a:solidFill>
                <a:latin typeface="Arial"/>
                <a:ea typeface="Arial"/>
              </a:rPr>
              <a:t>Классификация: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YOLO (компьютерное зрение) + BERT (NLP)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38bdf8"/>
                </a:solidFill>
                <a:latin typeface="Arial"/>
                <a:ea typeface="Arial"/>
              </a:rPr>
              <a:t>Хранение: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JSON для структурированного сохранения результатов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38bdf8"/>
                </a:solidFill>
                <a:latin typeface="Arial"/>
                <a:ea typeface="Arial"/>
              </a:rPr>
              <a:t>Анализ: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Counter (статистика), n-граммы для выявления паттернов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📡 </a:t>
            </a: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Методика 1: Асинхронный Сбор Данных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914400" y="1249560"/>
            <a:ext cx="7619760" cy="19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Telethon API: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Асинхронная работа с Telegram (async/await)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Параллельные запросы: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Одновременная загрузка аватарок и профилей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Обработка ошибок: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FloodWaitError, UserPrivacyRestrictedError - автоматические повторы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Батч-сохранение: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Сохранение данных каждые 50 пользователей для безопасности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Логирование: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Полный трек ошибок и успешных операций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🧠 </a:t>
            </a: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Методика 2: Продвинутая NLP обработка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914400" y="1249560"/>
            <a:ext cx="7619760" cy="19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Лемматизация: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spaCy + pymorphy3 для морфологического анализа русского текста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Удаление стоп-слов: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Фильтрация служебных слов для выделения смысловой нагрузки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N-граммы: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Биграммы и триграммы для выявления фраз и паттернов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Нормализация имён: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translit + морфология для восстановления полных имён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Контекстный анализ: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Распознавание профессий по описаниям профилей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609480" y="609480"/>
            <a:ext cx="7924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🤖 </a:t>
            </a: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Методика 3: Fine-tuned BERT для Профессий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914400" y="1661040"/>
            <a:ext cx="7619760" cy="19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Модель: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DeepPavlov/rubert-base-cased - предтренированная на русском языке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Fine-tuning: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Обучение на 8 категориях (Frontend, Backend, ML, QA и др.)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Трансфер-обучение: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Использование весов BERT для быстрой адаптации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Pipeline: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Automatic tokenization + padding для стандартизации ввода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Оценка: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Top-3 предсказания с confidence scores для лучшей интерпретируемости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609480" y="609480"/>
            <a:ext cx="7924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👁️ </a:t>
            </a: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Методика 4: YOLO для Классификации Аватарок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914400" y="1661040"/>
            <a:ext cx="7619760" cy="19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YOLOv8n: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Лёгкая модель для real-time классификации изображений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Batch-обработка: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Параллельная классификация множества аватарок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Confidence scores: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Вероятность классификации для каждого класса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Категории: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Лицо, животные, предметы, отсутствие образа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Эффективность: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Вес модели ~6.5MB для развёртывания в облаке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609480" y="609480"/>
            <a:ext cx="7924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🛡️ </a:t>
            </a: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Методика 5: Отказоустойчивость и Retry Logic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914400" y="1661040"/>
            <a:ext cx="7619760" cy="23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Exponential Backoff: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2^attempt для адаптивного увеличения задержек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Max Retries: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3 попытки с соответствующей логией для каждой ошибки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Специфичные исключения: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ChatAdminRequiredError, UserPrivacyRestrictedError обрабатываются отдельно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FloodWaitError: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Динамическое ожидание указанного времени перед повтором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Checkpoint система: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Восстановление работы после сбоя с последней сохранённой позиции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609480" y="1249560"/>
            <a:ext cx="2488680" cy="198432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52280" dir="5400000" dist="7632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Text 1"/>
          <p:cNvSpPr/>
          <p:nvPr/>
        </p:nvSpPr>
        <p:spPr>
          <a:xfrm>
            <a:off x="3327480" y="1249560"/>
            <a:ext cx="2488680" cy="198432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52280" dir="5400000" dist="7632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Text 2"/>
          <p:cNvSpPr/>
          <p:nvPr/>
        </p:nvSpPr>
        <p:spPr>
          <a:xfrm>
            <a:off x="6045120" y="1249560"/>
            <a:ext cx="2489040" cy="198432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52280" dir="5400000" dist="7632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Text 3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🛠️ </a:t>
            </a: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Технологический Стек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914400" y="1554480"/>
            <a:ext cx="191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8bdf8"/>
                </a:solidFill>
                <a:latin typeface="Arial"/>
                <a:ea typeface="Arial"/>
              </a:rPr>
              <a:t>API &amp; Async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1219320" y="1981080"/>
            <a:ext cx="157428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1891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cbd5e1"/>
                </a:solidFill>
                <a:latin typeface="Arial"/>
                <a:ea typeface="Arial"/>
              </a:rPr>
              <a:t>Telethon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1891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cbd5e1"/>
                </a:solidFill>
                <a:latin typeface="Arial"/>
                <a:ea typeface="Arial"/>
              </a:rPr>
              <a:t>asyncio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1891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cbd5e1"/>
                </a:solidFill>
                <a:latin typeface="Arial"/>
                <a:ea typeface="Arial"/>
              </a:rPr>
              <a:t>python-dotenv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3632040" y="1554480"/>
            <a:ext cx="191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8bdf8"/>
                </a:solidFill>
                <a:latin typeface="Arial"/>
                <a:ea typeface="Arial"/>
              </a:rPr>
              <a:t>NLP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3936960" y="1981080"/>
            <a:ext cx="157428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1891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cbd5e1"/>
                </a:solidFill>
                <a:latin typeface="Arial"/>
                <a:ea typeface="Arial"/>
              </a:rPr>
              <a:t>spaCy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1891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cbd5e1"/>
                </a:solidFill>
                <a:latin typeface="Arial"/>
                <a:ea typeface="Arial"/>
              </a:rPr>
              <a:t>pymorphy3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1891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cbd5e1"/>
                </a:solidFill>
                <a:latin typeface="Arial"/>
                <a:ea typeface="Arial"/>
              </a:rPr>
              <a:t>transliterate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6350040" y="1554480"/>
            <a:ext cx="191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8bdf8"/>
                </a:solidFill>
                <a:latin typeface="Arial"/>
                <a:ea typeface="Arial"/>
              </a:rPr>
              <a:t>ML &amp; CV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6654600" y="1981080"/>
            <a:ext cx="157464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1891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cbd5e1"/>
                </a:solidFill>
                <a:latin typeface="Arial"/>
                <a:ea typeface="Arial"/>
              </a:rPr>
              <a:t>BERT (Transformers)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1891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cbd5e1"/>
                </a:solidFill>
                <a:latin typeface="Arial"/>
                <a:ea typeface="Arial"/>
              </a:rPr>
              <a:t>YOLO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1891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cbd5e1"/>
                </a:solidFill>
                <a:latin typeface="Arial"/>
                <a:ea typeface="Arial"/>
              </a:rPr>
              <a:t>scikit-learn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📊 </a:t>
            </a: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Ключевые Результаты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914400" y="1249560"/>
            <a:ext cx="7619760" cy="19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Покрытие данных: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Анализ 5+ Telegram групп с 250+ пользователей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Качество классификации: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Multi-label classification с confidence scores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Производительность: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Асинхронная обработка 50+ пользователей за раз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Надёжность: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Автоматическое восстановление после сбоев без потери данных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Инсайты: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Распределение профессий, паттерны имён, характеристики сообществ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609480" y="1249560"/>
            <a:ext cx="3847680" cy="13406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52280" dir="5400000" dist="7632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Text 1"/>
          <p:cNvSpPr/>
          <p:nvPr/>
        </p:nvSpPr>
        <p:spPr>
          <a:xfrm>
            <a:off x="4686480" y="1249560"/>
            <a:ext cx="3847680" cy="13406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52280" dir="5400000" dist="7632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Text 2"/>
          <p:cNvSpPr/>
          <p:nvPr/>
        </p:nvSpPr>
        <p:spPr>
          <a:xfrm>
            <a:off x="609480" y="2819160"/>
            <a:ext cx="3847680" cy="13406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52280" dir="5400000" dist="7632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Text 3"/>
          <p:cNvSpPr/>
          <p:nvPr/>
        </p:nvSpPr>
        <p:spPr>
          <a:xfrm>
            <a:off x="4686480" y="2819160"/>
            <a:ext cx="3847680" cy="13406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52280" dir="5400000" dist="7632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Text 4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🎯 </a:t>
            </a: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Практические Применения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914400" y="1554480"/>
            <a:ext cx="330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8bdf8"/>
                </a:solidFill>
                <a:latin typeface="Arial"/>
                <a:ea typeface="Arial"/>
              </a:rPr>
              <a:t>Анализ Сообществ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914400" y="1981080"/>
            <a:ext cx="3238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944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rial"/>
                <a:ea typeface="Arial"/>
              </a:rPr>
              <a:t>Профилирование членов IT сообществ для выявления специалистов в конкретных областях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4991040" y="1554480"/>
            <a:ext cx="330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8bdf8"/>
                </a:solidFill>
                <a:latin typeface="Arial"/>
                <a:ea typeface="Arial"/>
              </a:rPr>
              <a:t>Рекрутмент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4991040" y="1981080"/>
            <a:ext cx="3238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944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rial"/>
                <a:ea typeface="Arial"/>
              </a:rPr>
              <a:t>Идентификация кандидатов с нужным профилем через анализ описаний профилей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914400" y="3124080"/>
            <a:ext cx="330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8bdf8"/>
                </a:solidFill>
                <a:latin typeface="Arial"/>
                <a:ea typeface="Arial"/>
              </a:rPr>
              <a:t>Аналитика Трендов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914400" y="3550680"/>
            <a:ext cx="3238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944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rial"/>
                <a:ea typeface="Arial"/>
              </a:rPr>
              <a:t>Выявление растущих направлений в IT через анализ упоминаемых технологий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4991040" y="3124080"/>
            <a:ext cx="330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16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38bdf8"/>
                </a:solidFill>
                <a:latin typeface="Arial"/>
                <a:ea typeface="Arial"/>
              </a:rPr>
              <a:t>Сегментация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4991040" y="3550680"/>
            <a:ext cx="3238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944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rial"/>
                <a:ea typeface="Arial"/>
              </a:rPr>
              <a:t>Разбиение сообщества на категории на основе профессиональных характеристик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3559320" y="609480"/>
            <a:ext cx="2024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🚀 </a:t>
            </a: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Выводы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1159560" y="1325880"/>
            <a:ext cx="6824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Arial"/>
                <a:ea typeface="Arial"/>
              </a:rPr>
              <a:t>Проект демонстрирует комплексное применение современных технологий: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1531080" y="1773360"/>
            <a:ext cx="638604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algn="ctr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✅ 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Продвинутые техники обработки данных (NLP, CV)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algn="ctr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✅ 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Масштабируемую архитектуру с обработкой ошибок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algn="ctr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✅ 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Практическое применение машинного обучения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algn="ctr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✅ 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Инженерное мышление и best practices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1092600" y="3350160"/>
            <a:ext cx="6824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Arial"/>
                <a:ea typeface="Arial"/>
              </a:rPr>
              <a:t>Необходимо всегда делать резервирование при работе с данными, которые запрашиваются по сети, даже если эти данные быстро получаемые, ведь никогда не знаешь когда на тебя наложат бан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  <Company>Perplexity 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2026-01-22T09:24:48Z</dcterms:created>
  <dc:creator>Perplexity</dc:creator>
  <dc:description/>
  <dc:language>en-US</dc:language>
  <cp:lastModifiedBy/>
  <dcterms:modified xsi:type="dcterms:W3CDTF">2026-01-22T19:30:27Z</dcterms:modified>
  <cp:revision>2</cp:revision>
  <dc:subject>PptxGenJS Presentation</dc:subject>
  <dc:title>Converted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